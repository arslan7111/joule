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FCB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15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Rep detection</c:v>
                  </c:pt>
                  <c:pt idx="1">
                    <c:v>Form detection
(upright)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215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F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84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FF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AI that turns any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 into a smart gym.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Cameras watch how members train. On-site computer vision counts valid reps, checks form, and sends a personal summary to their phone after every session. No wearable. Video never leaves the building.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33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Pre-seed  ·  Physical AI for human movement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84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C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watching, so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stays invisible.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A3F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coach running a class can't track fifteen people. In open gym, nobody is tracking anyone. Members finish a session with no record of what they did, or whether they're improving. Most won't pay for a personal trainer long term. So they leave.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960120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9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909560" y="112471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09560" y="18013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 gym member churn, every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2587752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9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2752344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£7.4B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0956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annual NHS cost of physical inactivity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4215384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9E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09560" y="4379976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909560" y="50566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gyms currently solving this at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ukactive 2026 UK Health &amp; Fitness Market Report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84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C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camera that judges a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 the way a coach does.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C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315468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520440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On-site cameras track each person training. No wearable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42232" y="3429000"/>
            <a:ext cx="146304" cy="146304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251460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C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Computer vision counts only valid reps: a squat counts if it hits depth.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3429000"/>
            <a:ext cx="146304" cy="146304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0416" y="251460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C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56448" y="315468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56448" y="3520440"/>
            <a:ext cx="2734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personal summary reaches the member's phone within minutes.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F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across 2 gyms, 20 real members, real conditions.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22960" y="5166360"/>
          <a:ext cx="10515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84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C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Gyms pay. Members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free.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F5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fee plus a monthly subscription, scaled by gym size, on annual contracts.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97480"/>
          <a:ext cx="603504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Size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Setup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Monthly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Small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£2,000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£150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Mid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£3,500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£250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Large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£5,000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E3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£350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526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1% global penetration of 200,000+ commercial gyms, recurring revenue exceeds £6M ARR. Target: 70 smart gyms by end of year one, ~£180k ARR.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69480" y="960120"/>
            <a:ext cx="4069080" cy="5257800"/>
          </a:xfrm>
          <a:prstGeom prst="roundRect">
            <a:avLst>
              <a:gd name="adj" fmla="val 2697"/>
            </a:avLst>
          </a:prstGeom>
          <a:solidFill>
            <a:srgbClr val="12151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F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 TODAY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508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589520" y="2331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commercial gyms live,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paying-member conditions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89520" y="3154680"/>
            <a:ext cx="3474720" cy="0"/>
          </a:xfrm>
          <a:prstGeom prst="line">
            <a:avLst/>
          </a:prstGeom>
          <a:noFill/>
          <a:ln w="12700">
            <a:solidFill>
              <a:srgbClr val="3339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3337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589520" y="4023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members training 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system right now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589520" y="4754880"/>
            <a:ext cx="3474720" cy="0"/>
          </a:xfrm>
          <a:prstGeom prst="line">
            <a:avLst/>
          </a:prstGeom>
          <a:noFill/>
          <a:ln w="12700">
            <a:solidFill>
              <a:srgbClr val="333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937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6-12 mo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589520" y="5440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a gym to recoup its own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install cost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84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FF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&amp; 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trainer, one engineer,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it together.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1D212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96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Ahmad Arslan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807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312724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Trained clients in Pakistan for almost five years before moving into AI. Now an MSc candidate in AI &amp; Adaptive Systems at Sussex, based in Cambridge, building Joule's computer vision system full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074920" cy="1783080"/>
          </a:xfrm>
          <a:prstGeom prst="roundRect">
            <a:avLst>
              <a:gd name="adj" fmla="val 5128"/>
            </a:avLst>
          </a:prstGeom>
          <a:solidFill>
            <a:srgbClr val="1D212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4963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Dulat Amirkhanov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807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B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46520" y="3127248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engineer at Google, with backend experience at Kaspi.kz and Yandex. MSc in AI from Sussex. Builds Joule's backend and app infrastructure.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42245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4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Muhammad Bilal — Core team. MSc Data Science, Sussex. Data and modeling.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10515600" cy="1508760"/>
          </a:xfrm>
          <a:prstGeom prst="roundRect">
            <a:avLst>
              <a:gd name="adj" fmla="val 6061"/>
            </a:avLst>
          </a:prstGeom>
          <a:solidFill>
            <a:srgbClr val="C6FF3D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92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£250,000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143000" y="5623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1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a SAFE, £3M valuation cap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4937760"/>
            <a:ext cx="6766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21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Covers 18 months of runway: founder salaries, first operational hire at month six, hardware for the founding gym cohort, legal and compliance.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2026-07-09T18:30:04Z</dcterms:created>
  <dcterms:modified xsi:type="dcterms:W3CDTF">2026-07-09T18:30:04Z</dcterms:modified>
</cp:coreProperties>
</file>